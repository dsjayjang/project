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sldIdLst>
    <p:sldId id="257" r:id="rId2"/>
    <p:sldId id="258" r:id="rId3"/>
  </p:sldIdLst>
  <p:sldSz cx="6119813" cy="4679950"/>
  <p:notesSz cx="6858000" cy="9144000"/>
  <p:embeddedFontLst>
    <p:embeddedFont>
      <p:font typeface="Sans Serif Collection" panose="020B0502040504020204" pitchFamily="34" charset="0"/>
      <p:regular r:id="rId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3" autoAdjust="0"/>
    <p:restoredTop sz="94660"/>
  </p:normalViewPr>
  <p:slideViewPr>
    <p:cSldViewPr snapToGrid="0">
      <p:cViewPr>
        <p:scale>
          <a:sx n="200" d="100"/>
          <a:sy n="200" d="100"/>
        </p:scale>
        <p:origin x="28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765909"/>
            <a:ext cx="5201841" cy="1629316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2458058"/>
            <a:ext cx="4589860" cy="1129904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5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46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166739"/>
            <a:ext cx="5278339" cy="1946729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3131884"/>
            <a:ext cx="5278339" cy="1023739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8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245820"/>
            <a:ext cx="2600921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245820"/>
            <a:ext cx="2600921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8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49165"/>
            <a:ext cx="5278339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147238"/>
            <a:ext cx="2588967" cy="56224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1709482"/>
            <a:ext cx="2588967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147238"/>
            <a:ext cx="2601718" cy="56224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709482"/>
            <a:ext cx="2601718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5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91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3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11997"/>
            <a:ext cx="1973799" cy="1091988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673827"/>
            <a:ext cx="3098155" cy="3325798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403985"/>
            <a:ext cx="1973799" cy="2601056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5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11997"/>
            <a:ext cx="1973799" cy="1091988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673827"/>
            <a:ext cx="3098155" cy="3325798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403985"/>
            <a:ext cx="1973799" cy="2601056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4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29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249164"/>
            <a:ext cx="1319585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249164"/>
            <a:ext cx="3882256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26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249165"/>
            <a:ext cx="5278339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245820"/>
            <a:ext cx="5278339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4337621"/>
            <a:ext cx="137695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4337621"/>
            <a:ext cx="206543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4337621"/>
            <a:ext cx="137695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1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12008" rtl="0" eaLnBrk="1" latinLnBrk="1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1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C384-F592-F912-97C2-68D6C964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55BC020-11C7-1C76-E84B-2BEBA43962A6}"/>
              </a:ext>
            </a:extLst>
          </p:cNvPr>
          <p:cNvSpPr txBox="1"/>
          <p:nvPr/>
        </p:nvSpPr>
        <p:spPr>
          <a:xfrm>
            <a:off x="2381650" y="2161562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D45D9C4-EAA1-D1ED-F104-31695EAC5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7" y="25957"/>
            <a:ext cx="3036834" cy="2130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C6EBD6-C060-AA88-2F63-E34BBD69C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" y="25957"/>
            <a:ext cx="3036835" cy="21303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032E556-1D7C-5C0E-5B39-5F5CE7FDA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1" y="2382305"/>
            <a:ext cx="3036835" cy="212762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1C98F0D-5FFE-F5E6-3460-334ADE026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5" y="2382304"/>
            <a:ext cx="3036836" cy="2127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B32A3-5026-C91C-4506-C78488289913}"/>
              </a:ext>
            </a:extLst>
          </p:cNvPr>
          <p:cNvSpPr txBox="1"/>
          <p:nvPr/>
        </p:nvSpPr>
        <p:spPr>
          <a:xfrm>
            <a:off x="2381650" y="4476059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 ESOL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87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4B0F-0AF6-6F6C-460F-2D0E4F28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DE41C33D-FB5F-92B1-1FC9-F82434B87CA9}"/>
              </a:ext>
            </a:extLst>
          </p:cNvPr>
          <p:cNvSpPr txBox="1"/>
          <p:nvPr/>
        </p:nvSpPr>
        <p:spPr>
          <a:xfrm>
            <a:off x="2381650" y="2161562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Vapor Pressure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F1DA0-2FA1-35CB-C3C3-D35740430A13}"/>
              </a:ext>
            </a:extLst>
          </p:cNvPr>
          <p:cNvSpPr txBox="1"/>
          <p:nvPr/>
        </p:nvSpPr>
        <p:spPr>
          <a:xfrm>
            <a:off x="2381650" y="4476059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 Solubility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63FEFF-3E85-1E0D-B67D-7EC8DC434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905" y="26938"/>
            <a:ext cx="3011836" cy="21276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C5641D-AB91-9595-1ACD-A455065B6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" y="2382304"/>
            <a:ext cx="3036836" cy="21303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586111-0BBA-172D-80CF-469880E18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983" y="2382303"/>
            <a:ext cx="3015758" cy="21303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D6F26BA-A4F8-C6EA-9A8D-6064FF6CF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7" y="26937"/>
            <a:ext cx="3011835" cy="21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5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</TotalTime>
  <Words>17</Words>
  <Application>Microsoft Office PowerPoint</Application>
  <PresentationFormat>사용자 지정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Calibri Light</vt:lpstr>
      <vt:lpstr>Sans Serif Collection</vt:lpstr>
      <vt:lpstr>Arial</vt:lpstr>
      <vt:lpstr>Calibri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linden5j@naver.com</dc:creator>
  <cp:lastModifiedBy>linden5j@naver.com</cp:lastModifiedBy>
  <cp:revision>8</cp:revision>
  <dcterms:created xsi:type="dcterms:W3CDTF">2025-11-25T11:26:27Z</dcterms:created>
  <dcterms:modified xsi:type="dcterms:W3CDTF">2025-11-25T12:38:51Z</dcterms:modified>
</cp:coreProperties>
</file>