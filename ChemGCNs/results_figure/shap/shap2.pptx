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  <p:sldId id="256" r:id="rId4"/>
  </p:sldIdLst>
  <p:sldSz cx="6119813" cy="233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33" autoAdjust="0"/>
    <p:restoredTop sz="94660"/>
  </p:normalViewPr>
  <p:slideViewPr>
    <p:cSldViewPr snapToGrid="0">
      <p:cViewPr>
        <p:scale>
          <a:sx n="300" d="100"/>
          <a:sy n="300" d="100"/>
        </p:scale>
        <p:origin x="944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977" y="382954"/>
            <a:ext cx="4589860" cy="814658"/>
          </a:xfrm>
        </p:spPr>
        <p:txBody>
          <a:bodyPr anchor="b"/>
          <a:lstStyle>
            <a:lvl1pPr algn="ctr">
              <a:defRPr sz="204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1229029"/>
            <a:ext cx="4589860" cy="564952"/>
          </a:xfrm>
        </p:spPr>
        <p:txBody>
          <a:bodyPr/>
          <a:lstStyle>
            <a:lvl1pPr marL="0" indent="0" algn="ctr">
              <a:buNone/>
              <a:defRPr sz="819"/>
            </a:lvl1pPr>
            <a:lvl2pPr marL="155997" indent="0" algn="ctr">
              <a:buNone/>
              <a:defRPr sz="682"/>
            </a:lvl2pPr>
            <a:lvl3pPr marL="311993" indent="0" algn="ctr">
              <a:buNone/>
              <a:defRPr sz="614"/>
            </a:lvl3pPr>
            <a:lvl4pPr marL="467990" indent="0" algn="ctr">
              <a:buNone/>
              <a:defRPr sz="546"/>
            </a:lvl4pPr>
            <a:lvl5pPr marL="623987" indent="0" algn="ctr">
              <a:buNone/>
              <a:defRPr sz="546"/>
            </a:lvl5pPr>
            <a:lvl6pPr marL="779983" indent="0" algn="ctr">
              <a:buNone/>
              <a:defRPr sz="546"/>
            </a:lvl6pPr>
            <a:lvl7pPr marL="935980" indent="0" algn="ctr">
              <a:buNone/>
              <a:defRPr sz="546"/>
            </a:lvl7pPr>
            <a:lvl8pPr marL="1091976" indent="0" algn="ctr">
              <a:buNone/>
              <a:defRPr sz="546"/>
            </a:lvl8pPr>
            <a:lvl9pPr marL="1247973" indent="0" algn="ctr">
              <a:buNone/>
              <a:defRPr sz="5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04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385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583369"/>
            <a:ext cx="5278339" cy="973364"/>
          </a:xfrm>
        </p:spPr>
        <p:txBody>
          <a:bodyPr anchor="b"/>
          <a:lstStyle>
            <a:lvl1pPr>
              <a:defRPr sz="204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1565942"/>
            <a:ext cx="5278339" cy="511869"/>
          </a:xfrm>
        </p:spPr>
        <p:txBody>
          <a:bodyPr/>
          <a:lstStyle>
            <a:lvl1pPr marL="0" indent="0">
              <a:buNone/>
              <a:defRPr sz="819">
                <a:solidFill>
                  <a:schemeClr val="tx1">
                    <a:tint val="75000"/>
                  </a:schemeClr>
                </a:solidFill>
              </a:defRPr>
            </a:lvl1pPr>
            <a:lvl2pPr marL="155997" indent="0">
              <a:buNone/>
              <a:defRPr sz="682">
                <a:solidFill>
                  <a:schemeClr val="tx1">
                    <a:tint val="75000"/>
                  </a:schemeClr>
                </a:solidFill>
              </a:defRPr>
            </a:lvl2pPr>
            <a:lvl3pPr marL="311993" indent="0">
              <a:buNone/>
              <a:defRPr sz="614">
                <a:solidFill>
                  <a:schemeClr val="tx1">
                    <a:tint val="75000"/>
                  </a:schemeClr>
                </a:solidFill>
              </a:defRPr>
            </a:lvl3pPr>
            <a:lvl4pPr marL="467990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4pPr>
            <a:lvl5pPr marL="623987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5pPr>
            <a:lvl6pPr marL="779983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6pPr>
            <a:lvl7pPr marL="935980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7pPr>
            <a:lvl8pPr marL="1091976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8pPr>
            <a:lvl9pPr marL="1247973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301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622910"/>
            <a:ext cx="2600921" cy="14846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622910"/>
            <a:ext cx="2600921" cy="14846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21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124582"/>
            <a:ext cx="5278339" cy="45228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4" y="573619"/>
            <a:ext cx="2588968" cy="281122"/>
          </a:xfrm>
        </p:spPr>
        <p:txBody>
          <a:bodyPr anchor="b"/>
          <a:lstStyle>
            <a:lvl1pPr marL="0" indent="0">
              <a:buNone/>
              <a:defRPr sz="819" b="1"/>
            </a:lvl1pPr>
            <a:lvl2pPr marL="155997" indent="0">
              <a:buNone/>
              <a:defRPr sz="682" b="1"/>
            </a:lvl2pPr>
            <a:lvl3pPr marL="311993" indent="0">
              <a:buNone/>
              <a:defRPr sz="614" b="1"/>
            </a:lvl3pPr>
            <a:lvl4pPr marL="467990" indent="0">
              <a:buNone/>
              <a:defRPr sz="546" b="1"/>
            </a:lvl4pPr>
            <a:lvl5pPr marL="623987" indent="0">
              <a:buNone/>
              <a:defRPr sz="546" b="1"/>
            </a:lvl5pPr>
            <a:lvl6pPr marL="779983" indent="0">
              <a:buNone/>
              <a:defRPr sz="546" b="1"/>
            </a:lvl6pPr>
            <a:lvl7pPr marL="935980" indent="0">
              <a:buNone/>
              <a:defRPr sz="546" b="1"/>
            </a:lvl7pPr>
            <a:lvl8pPr marL="1091976" indent="0">
              <a:buNone/>
              <a:defRPr sz="546" b="1"/>
            </a:lvl8pPr>
            <a:lvl9pPr marL="1247973" indent="0">
              <a:buNone/>
              <a:defRPr sz="5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4" y="854741"/>
            <a:ext cx="2588968" cy="12571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573619"/>
            <a:ext cx="2601718" cy="281122"/>
          </a:xfrm>
        </p:spPr>
        <p:txBody>
          <a:bodyPr anchor="b"/>
          <a:lstStyle>
            <a:lvl1pPr marL="0" indent="0">
              <a:buNone/>
              <a:defRPr sz="819" b="1"/>
            </a:lvl1pPr>
            <a:lvl2pPr marL="155997" indent="0">
              <a:buNone/>
              <a:defRPr sz="682" b="1"/>
            </a:lvl2pPr>
            <a:lvl3pPr marL="311993" indent="0">
              <a:buNone/>
              <a:defRPr sz="614" b="1"/>
            </a:lvl3pPr>
            <a:lvl4pPr marL="467990" indent="0">
              <a:buNone/>
              <a:defRPr sz="546" b="1"/>
            </a:lvl4pPr>
            <a:lvl5pPr marL="623987" indent="0">
              <a:buNone/>
              <a:defRPr sz="546" b="1"/>
            </a:lvl5pPr>
            <a:lvl6pPr marL="779983" indent="0">
              <a:buNone/>
              <a:defRPr sz="546" b="1"/>
            </a:lvl6pPr>
            <a:lvl7pPr marL="935980" indent="0">
              <a:buNone/>
              <a:defRPr sz="546" b="1"/>
            </a:lvl7pPr>
            <a:lvl8pPr marL="1091976" indent="0">
              <a:buNone/>
              <a:defRPr sz="546" b="1"/>
            </a:lvl8pPr>
            <a:lvl9pPr marL="1247973" indent="0">
              <a:buNone/>
              <a:defRPr sz="5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854741"/>
            <a:ext cx="2601718" cy="12571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696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623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529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155998"/>
            <a:ext cx="1973799" cy="545994"/>
          </a:xfrm>
        </p:spPr>
        <p:txBody>
          <a:bodyPr anchor="b"/>
          <a:lstStyle>
            <a:lvl1pPr>
              <a:defRPr sz="10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336913"/>
            <a:ext cx="3098155" cy="1662899"/>
          </a:xfrm>
        </p:spPr>
        <p:txBody>
          <a:bodyPr/>
          <a:lstStyle>
            <a:lvl1pPr>
              <a:defRPr sz="1092"/>
            </a:lvl1pPr>
            <a:lvl2pPr>
              <a:defRPr sz="955"/>
            </a:lvl2pPr>
            <a:lvl3pPr>
              <a:defRPr sz="819"/>
            </a:lvl3pPr>
            <a:lvl4pPr>
              <a:defRPr sz="682"/>
            </a:lvl4pPr>
            <a:lvl5pPr>
              <a:defRPr sz="682"/>
            </a:lvl5pPr>
            <a:lvl6pPr>
              <a:defRPr sz="682"/>
            </a:lvl6pPr>
            <a:lvl7pPr>
              <a:defRPr sz="682"/>
            </a:lvl7pPr>
            <a:lvl8pPr>
              <a:defRPr sz="682"/>
            </a:lvl8pPr>
            <a:lvl9pPr>
              <a:defRPr sz="68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701992"/>
            <a:ext cx="1973799" cy="1300528"/>
          </a:xfrm>
        </p:spPr>
        <p:txBody>
          <a:bodyPr/>
          <a:lstStyle>
            <a:lvl1pPr marL="0" indent="0">
              <a:buNone/>
              <a:defRPr sz="546"/>
            </a:lvl1pPr>
            <a:lvl2pPr marL="155997" indent="0">
              <a:buNone/>
              <a:defRPr sz="478"/>
            </a:lvl2pPr>
            <a:lvl3pPr marL="311993" indent="0">
              <a:buNone/>
              <a:defRPr sz="409"/>
            </a:lvl3pPr>
            <a:lvl4pPr marL="467990" indent="0">
              <a:buNone/>
              <a:defRPr sz="341"/>
            </a:lvl4pPr>
            <a:lvl5pPr marL="623987" indent="0">
              <a:buNone/>
              <a:defRPr sz="341"/>
            </a:lvl5pPr>
            <a:lvl6pPr marL="779983" indent="0">
              <a:buNone/>
              <a:defRPr sz="341"/>
            </a:lvl6pPr>
            <a:lvl7pPr marL="935980" indent="0">
              <a:buNone/>
              <a:defRPr sz="341"/>
            </a:lvl7pPr>
            <a:lvl8pPr marL="1091976" indent="0">
              <a:buNone/>
              <a:defRPr sz="341"/>
            </a:lvl8pPr>
            <a:lvl9pPr marL="1247973" indent="0">
              <a:buNone/>
              <a:defRPr sz="34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983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155998"/>
            <a:ext cx="1973799" cy="545994"/>
          </a:xfrm>
        </p:spPr>
        <p:txBody>
          <a:bodyPr anchor="b"/>
          <a:lstStyle>
            <a:lvl1pPr>
              <a:defRPr sz="10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336913"/>
            <a:ext cx="3098155" cy="1662899"/>
          </a:xfrm>
        </p:spPr>
        <p:txBody>
          <a:bodyPr anchor="t"/>
          <a:lstStyle>
            <a:lvl1pPr marL="0" indent="0">
              <a:buNone/>
              <a:defRPr sz="1092"/>
            </a:lvl1pPr>
            <a:lvl2pPr marL="155997" indent="0">
              <a:buNone/>
              <a:defRPr sz="955"/>
            </a:lvl2pPr>
            <a:lvl3pPr marL="311993" indent="0">
              <a:buNone/>
              <a:defRPr sz="819"/>
            </a:lvl3pPr>
            <a:lvl4pPr marL="467990" indent="0">
              <a:buNone/>
              <a:defRPr sz="682"/>
            </a:lvl4pPr>
            <a:lvl5pPr marL="623987" indent="0">
              <a:buNone/>
              <a:defRPr sz="682"/>
            </a:lvl5pPr>
            <a:lvl6pPr marL="779983" indent="0">
              <a:buNone/>
              <a:defRPr sz="682"/>
            </a:lvl6pPr>
            <a:lvl7pPr marL="935980" indent="0">
              <a:buNone/>
              <a:defRPr sz="682"/>
            </a:lvl7pPr>
            <a:lvl8pPr marL="1091976" indent="0">
              <a:buNone/>
              <a:defRPr sz="682"/>
            </a:lvl8pPr>
            <a:lvl9pPr marL="1247973" indent="0">
              <a:buNone/>
              <a:defRPr sz="68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701992"/>
            <a:ext cx="1973799" cy="1300528"/>
          </a:xfrm>
        </p:spPr>
        <p:txBody>
          <a:bodyPr/>
          <a:lstStyle>
            <a:lvl1pPr marL="0" indent="0">
              <a:buNone/>
              <a:defRPr sz="546"/>
            </a:lvl1pPr>
            <a:lvl2pPr marL="155997" indent="0">
              <a:buNone/>
              <a:defRPr sz="478"/>
            </a:lvl2pPr>
            <a:lvl3pPr marL="311993" indent="0">
              <a:buNone/>
              <a:defRPr sz="409"/>
            </a:lvl3pPr>
            <a:lvl4pPr marL="467990" indent="0">
              <a:buNone/>
              <a:defRPr sz="341"/>
            </a:lvl4pPr>
            <a:lvl5pPr marL="623987" indent="0">
              <a:buNone/>
              <a:defRPr sz="341"/>
            </a:lvl5pPr>
            <a:lvl6pPr marL="779983" indent="0">
              <a:buNone/>
              <a:defRPr sz="341"/>
            </a:lvl6pPr>
            <a:lvl7pPr marL="935980" indent="0">
              <a:buNone/>
              <a:defRPr sz="341"/>
            </a:lvl7pPr>
            <a:lvl8pPr marL="1091976" indent="0">
              <a:buNone/>
              <a:defRPr sz="341"/>
            </a:lvl8pPr>
            <a:lvl9pPr marL="1247973" indent="0">
              <a:buNone/>
              <a:defRPr sz="34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10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564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124582"/>
            <a:ext cx="1319585" cy="19830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7" y="124582"/>
            <a:ext cx="3882256" cy="198302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783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124582"/>
            <a:ext cx="5278339" cy="452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622910"/>
            <a:ext cx="5278339" cy="1484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2168810"/>
            <a:ext cx="1376958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2168810"/>
            <a:ext cx="2065437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2168810"/>
            <a:ext cx="1376958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072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11993" rtl="0" eaLnBrk="1" latinLnBrk="1" hangingPunct="1">
        <a:lnSpc>
          <a:spcPct val="90000"/>
        </a:lnSpc>
        <a:spcBef>
          <a:spcPct val="0"/>
        </a:spcBef>
        <a:buNone/>
        <a:defRPr sz="15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7998" indent="-77998" algn="l" defTabSz="311993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955" kern="1200">
          <a:solidFill>
            <a:schemeClr val="tx1"/>
          </a:solidFill>
          <a:latin typeface="+mn-lt"/>
          <a:ea typeface="+mn-ea"/>
          <a:cs typeface="+mn-cs"/>
        </a:defRPr>
      </a:lvl1pPr>
      <a:lvl2pPr marL="233995" indent="-77998" algn="l" defTabSz="311993" rtl="0" eaLnBrk="1" latinLnBrk="1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819" kern="1200">
          <a:solidFill>
            <a:schemeClr val="tx1"/>
          </a:solidFill>
          <a:latin typeface="+mn-lt"/>
          <a:ea typeface="+mn-ea"/>
          <a:cs typeface="+mn-cs"/>
        </a:defRPr>
      </a:lvl2pPr>
      <a:lvl3pPr marL="389992" indent="-77998" algn="l" defTabSz="311993" rtl="0" eaLnBrk="1" latinLnBrk="1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82" kern="1200">
          <a:solidFill>
            <a:schemeClr val="tx1"/>
          </a:solidFill>
          <a:latin typeface="+mn-lt"/>
          <a:ea typeface="+mn-ea"/>
          <a:cs typeface="+mn-cs"/>
        </a:defRPr>
      </a:lvl3pPr>
      <a:lvl4pPr marL="545988" indent="-77998" algn="l" defTabSz="311993" rtl="0" eaLnBrk="1" latinLnBrk="1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4pPr>
      <a:lvl5pPr marL="701985" indent="-77998" algn="l" defTabSz="311993" rtl="0" eaLnBrk="1" latinLnBrk="1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5pPr>
      <a:lvl6pPr marL="857982" indent="-77998" algn="l" defTabSz="311993" rtl="0" eaLnBrk="1" latinLnBrk="1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6pPr>
      <a:lvl7pPr marL="1013978" indent="-77998" algn="l" defTabSz="311993" rtl="0" eaLnBrk="1" latinLnBrk="1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7pPr>
      <a:lvl8pPr marL="1169975" indent="-77998" algn="l" defTabSz="311993" rtl="0" eaLnBrk="1" latinLnBrk="1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8pPr>
      <a:lvl9pPr marL="1325971" indent="-77998" algn="l" defTabSz="311993" rtl="0" eaLnBrk="1" latinLnBrk="1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1993" rtl="0" eaLnBrk="1" latinLnBrk="1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1pPr>
      <a:lvl2pPr marL="155997" algn="l" defTabSz="311993" rtl="0" eaLnBrk="1" latinLnBrk="1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2pPr>
      <a:lvl3pPr marL="311993" algn="l" defTabSz="311993" rtl="0" eaLnBrk="1" latinLnBrk="1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3pPr>
      <a:lvl4pPr marL="467990" algn="l" defTabSz="311993" rtl="0" eaLnBrk="1" latinLnBrk="1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4pPr>
      <a:lvl5pPr marL="623987" algn="l" defTabSz="311993" rtl="0" eaLnBrk="1" latinLnBrk="1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5pPr>
      <a:lvl6pPr marL="779983" algn="l" defTabSz="311993" rtl="0" eaLnBrk="1" latinLnBrk="1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6pPr>
      <a:lvl7pPr marL="935980" algn="l" defTabSz="311993" rtl="0" eaLnBrk="1" latinLnBrk="1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7pPr>
      <a:lvl8pPr marL="1091976" algn="l" defTabSz="311993" rtl="0" eaLnBrk="1" latinLnBrk="1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8pPr>
      <a:lvl9pPr marL="1247973" algn="l" defTabSz="311993" rtl="0" eaLnBrk="1" latinLnBrk="1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1C384-F592-F912-97C2-68D6C964B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355BC020-11C7-1C76-E84B-2BEBA43962A6}"/>
              </a:ext>
            </a:extLst>
          </p:cNvPr>
          <p:cNvSpPr txBox="1"/>
          <p:nvPr/>
        </p:nvSpPr>
        <p:spPr>
          <a:xfrm>
            <a:off x="2381652" y="2143339"/>
            <a:ext cx="1356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43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(a) </a:t>
            </a:r>
            <a:r>
              <a:rPr lang="en-US" altLang="ko-KR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FreeSolv</a:t>
            </a:r>
            <a:endParaRPr lang="ko-KR" altLang="en-US" sz="1000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CD45D9C4-EAA1-D1ED-F104-31695EAC5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907" y="12943"/>
            <a:ext cx="3036834" cy="21303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9C6EBD6-C060-AA88-2F63-E34BBD69C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0" y="12944"/>
            <a:ext cx="3036835" cy="213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871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B50B7-4634-8B6C-769F-F477BF20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7BC8973F-509E-0227-AD4C-7B191C21B067}"/>
              </a:ext>
            </a:extLst>
          </p:cNvPr>
          <p:cNvSpPr txBox="1"/>
          <p:nvPr/>
        </p:nvSpPr>
        <p:spPr>
          <a:xfrm>
            <a:off x="2381652" y="2143339"/>
            <a:ext cx="1356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43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(a) </a:t>
            </a:r>
            <a:r>
              <a:rPr lang="en-US" altLang="ko-KR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FreeSolv</a:t>
            </a:r>
            <a:endParaRPr lang="ko-KR" altLang="en-US" sz="1000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E961EE8-BA44-3C84-3E1B-3CE85ED57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41525" y="-1263651"/>
            <a:ext cx="3339927" cy="23399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3FF034E-4A78-A23C-67EE-F52426C6E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31857" y="1169986"/>
            <a:ext cx="3339927" cy="23399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ED51810-8B36-0C4A-C811-C0BFA3898D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888" y="569987"/>
            <a:ext cx="3335586" cy="23399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152BDA5-9E09-2163-8EA0-7BBFB1868F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465" y="719987"/>
            <a:ext cx="3312432" cy="23399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0EB2F33-F706-5B6B-F0B9-47AEA0040D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465" y="869987"/>
            <a:ext cx="3312432" cy="233997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A2DB73B-0FB5-435D-682B-81B0184D49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888" y="1019987"/>
            <a:ext cx="3335586" cy="23399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A738E56-7FEF-DFE6-CE00-2A74BCFC65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465" y="1169987"/>
            <a:ext cx="3312432" cy="233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147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5B8A75F-8F57-901C-1EE2-7B5031CAB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2" y="12943"/>
            <a:ext cx="3036834" cy="213039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CED9980-F7A1-D35F-FD8A-F39294253ED5}"/>
              </a:ext>
            </a:extLst>
          </p:cNvPr>
          <p:cNvSpPr txBox="1"/>
          <p:nvPr/>
        </p:nvSpPr>
        <p:spPr>
          <a:xfrm>
            <a:off x="2381652" y="2143339"/>
            <a:ext cx="1356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43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(a) </a:t>
            </a:r>
            <a:r>
              <a:rPr lang="en-US" altLang="ko-KR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FreeSolv</a:t>
            </a:r>
            <a:endParaRPr lang="ko-KR" altLang="en-US" sz="1000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6284A629-1EBA-D6AA-C348-E76734999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907" y="12943"/>
            <a:ext cx="3036834" cy="213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93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</TotalTime>
  <Words>12</Words>
  <Application>Microsoft Office PowerPoint</Application>
  <PresentationFormat>사용자 지정</PresentationFormat>
  <Paragraphs>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Sans Serif Collection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linden5j@naver.com</dc:creator>
  <cp:lastModifiedBy>linden5j@naver.com</cp:lastModifiedBy>
  <cp:revision>5</cp:revision>
  <dcterms:created xsi:type="dcterms:W3CDTF">2025-11-25T11:26:27Z</dcterms:created>
  <dcterms:modified xsi:type="dcterms:W3CDTF">2025-11-25T12:27:55Z</dcterms:modified>
</cp:coreProperties>
</file>