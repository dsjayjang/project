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6119813" cy="2519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33" autoAdjust="0"/>
    <p:restoredTop sz="94660"/>
  </p:normalViewPr>
  <p:slideViewPr>
    <p:cSldViewPr snapToGrid="0">
      <p:cViewPr>
        <p:scale>
          <a:sx n="300" d="100"/>
          <a:sy n="300" d="100"/>
        </p:scale>
        <p:origin x="944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4977" y="412312"/>
            <a:ext cx="4589860" cy="877112"/>
          </a:xfrm>
        </p:spPr>
        <p:txBody>
          <a:bodyPr anchor="b"/>
          <a:lstStyle>
            <a:lvl1pPr algn="ctr">
              <a:defRPr sz="220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4977" y="1323250"/>
            <a:ext cx="4589860" cy="608263"/>
          </a:xfrm>
        </p:spPr>
        <p:txBody>
          <a:bodyPr/>
          <a:lstStyle>
            <a:lvl1pPr marL="0" indent="0" algn="ctr">
              <a:buNone/>
              <a:defRPr sz="882"/>
            </a:lvl1pPr>
            <a:lvl2pPr marL="167974" indent="0" algn="ctr">
              <a:buNone/>
              <a:defRPr sz="735"/>
            </a:lvl2pPr>
            <a:lvl3pPr marL="335947" indent="0" algn="ctr">
              <a:buNone/>
              <a:defRPr sz="661"/>
            </a:lvl3pPr>
            <a:lvl4pPr marL="503921" indent="0" algn="ctr">
              <a:buNone/>
              <a:defRPr sz="588"/>
            </a:lvl4pPr>
            <a:lvl5pPr marL="671893" indent="0" algn="ctr">
              <a:buNone/>
              <a:defRPr sz="588"/>
            </a:lvl5pPr>
            <a:lvl6pPr marL="839867" indent="0" algn="ctr">
              <a:buNone/>
              <a:defRPr sz="588"/>
            </a:lvl6pPr>
            <a:lvl7pPr marL="1007842" indent="0" algn="ctr">
              <a:buNone/>
              <a:defRPr sz="588"/>
            </a:lvl7pPr>
            <a:lvl8pPr marL="1175814" indent="0" algn="ctr">
              <a:buNone/>
              <a:defRPr sz="588"/>
            </a:lvl8pPr>
            <a:lvl9pPr marL="1343788" indent="0" algn="ctr">
              <a:buNone/>
              <a:defRPr sz="588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39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00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52" y="628091"/>
            <a:ext cx="5278339" cy="1047985"/>
          </a:xfrm>
        </p:spPr>
        <p:txBody>
          <a:bodyPr anchor="b"/>
          <a:lstStyle>
            <a:lvl1pPr>
              <a:defRPr sz="220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552" y="1685991"/>
            <a:ext cx="5278339" cy="551110"/>
          </a:xfrm>
        </p:spPr>
        <p:txBody>
          <a:bodyPr/>
          <a:lstStyle>
            <a:lvl1pPr marL="0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1pPr>
            <a:lvl2pPr marL="167974" indent="0">
              <a:buNone/>
              <a:defRPr sz="735">
                <a:solidFill>
                  <a:schemeClr val="tx1">
                    <a:tint val="75000"/>
                  </a:schemeClr>
                </a:solidFill>
              </a:defRPr>
            </a:lvl2pPr>
            <a:lvl3pPr marL="335947" indent="0">
              <a:buNone/>
              <a:defRPr sz="661">
                <a:solidFill>
                  <a:schemeClr val="tx1">
                    <a:tint val="75000"/>
                  </a:schemeClr>
                </a:solidFill>
              </a:defRPr>
            </a:lvl3pPr>
            <a:lvl4pPr marL="503921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4pPr>
            <a:lvl5pPr marL="671893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5pPr>
            <a:lvl6pPr marL="839867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6pPr>
            <a:lvl7pPr marL="1007842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7pPr>
            <a:lvl8pPr marL="1175814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8pPr>
            <a:lvl9pPr marL="1343788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941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0739" y="670665"/>
            <a:ext cx="2600921" cy="15985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157" y="670665"/>
            <a:ext cx="2600921" cy="15985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36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6" y="134133"/>
            <a:ext cx="5278339" cy="48696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1534" y="617595"/>
            <a:ext cx="2588968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4" indent="0">
              <a:buNone/>
              <a:defRPr sz="735" b="1"/>
            </a:lvl2pPr>
            <a:lvl3pPr marL="335947" indent="0">
              <a:buNone/>
              <a:defRPr sz="661" b="1"/>
            </a:lvl3pPr>
            <a:lvl4pPr marL="503921" indent="0">
              <a:buNone/>
              <a:defRPr sz="588" b="1"/>
            </a:lvl4pPr>
            <a:lvl5pPr marL="671893" indent="0">
              <a:buNone/>
              <a:defRPr sz="588" b="1"/>
            </a:lvl5pPr>
            <a:lvl6pPr marL="839867" indent="0">
              <a:buNone/>
              <a:defRPr sz="588" b="1"/>
            </a:lvl6pPr>
            <a:lvl7pPr marL="1007842" indent="0">
              <a:buNone/>
              <a:defRPr sz="588" b="1"/>
            </a:lvl7pPr>
            <a:lvl8pPr marL="1175814" indent="0">
              <a:buNone/>
              <a:defRPr sz="588" b="1"/>
            </a:lvl8pPr>
            <a:lvl9pPr marL="1343788" indent="0">
              <a:buNone/>
              <a:defRPr sz="588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1534" y="920268"/>
            <a:ext cx="2588968" cy="13535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8155" y="617595"/>
            <a:ext cx="2601718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4" indent="0">
              <a:buNone/>
              <a:defRPr sz="735" b="1"/>
            </a:lvl2pPr>
            <a:lvl3pPr marL="335947" indent="0">
              <a:buNone/>
              <a:defRPr sz="661" b="1"/>
            </a:lvl3pPr>
            <a:lvl4pPr marL="503921" indent="0">
              <a:buNone/>
              <a:defRPr sz="588" b="1"/>
            </a:lvl4pPr>
            <a:lvl5pPr marL="671893" indent="0">
              <a:buNone/>
              <a:defRPr sz="588" b="1"/>
            </a:lvl5pPr>
            <a:lvl6pPr marL="839867" indent="0">
              <a:buNone/>
              <a:defRPr sz="588" b="1"/>
            </a:lvl6pPr>
            <a:lvl7pPr marL="1007842" indent="0">
              <a:buNone/>
              <a:defRPr sz="588" b="1"/>
            </a:lvl7pPr>
            <a:lvl8pPr marL="1175814" indent="0">
              <a:buNone/>
              <a:defRPr sz="588" b="1"/>
            </a:lvl8pPr>
            <a:lvl9pPr marL="1343788" indent="0">
              <a:buNone/>
              <a:defRPr sz="588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8155" y="920268"/>
            <a:ext cx="2601718" cy="13535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0182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492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445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6" y="167959"/>
            <a:ext cx="1973799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1720" y="362743"/>
            <a:ext cx="3098155" cy="1790381"/>
          </a:xfrm>
        </p:spPr>
        <p:txBody>
          <a:bodyPr/>
          <a:lstStyle>
            <a:lvl1pPr>
              <a:defRPr sz="1176"/>
            </a:lvl1pPr>
            <a:lvl2pPr>
              <a:defRPr sz="1029"/>
            </a:lvl2pPr>
            <a:lvl3pPr>
              <a:defRPr sz="882"/>
            </a:lvl3pPr>
            <a:lvl4pPr>
              <a:defRPr sz="735"/>
            </a:lvl4pPr>
            <a:lvl5pPr>
              <a:defRPr sz="735"/>
            </a:lvl5pPr>
            <a:lvl6pPr>
              <a:defRPr sz="735"/>
            </a:lvl6pPr>
            <a:lvl7pPr>
              <a:defRPr sz="735"/>
            </a:lvl7pPr>
            <a:lvl8pPr>
              <a:defRPr sz="735"/>
            </a:lvl8pPr>
            <a:lvl9pPr>
              <a:defRPr sz="73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6" y="755810"/>
            <a:ext cx="1973799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4" indent="0">
              <a:buNone/>
              <a:defRPr sz="514"/>
            </a:lvl2pPr>
            <a:lvl3pPr marL="335947" indent="0">
              <a:buNone/>
              <a:defRPr sz="441"/>
            </a:lvl3pPr>
            <a:lvl4pPr marL="503921" indent="0">
              <a:buNone/>
              <a:defRPr sz="367"/>
            </a:lvl4pPr>
            <a:lvl5pPr marL="671893" indent="0">
              <a:buNone/>
              <a:defRPr sz="367"/>
            </a:lvl5pPr>
            <a:lvl6pPr marL="839867" indent="0">
              <a:buNone/>
              <a:defRPr sz="367"/>
            </a:lvl6pPr>
            <a:lvl7pPr marL="1007842" indent="0">
              <a:buNone/>
              <a:defRPr sz="367"/>
            </a:lvl7pPr>
            <a:lvl8pPr marL="1175814" indent="0">
              <a:buNone/>
              <a:defRPr sz="367"/>
            </a:lvl8pPr>
            <a:lvl9pPr marL="1343788" indent="0">
              <a:buNone/>
              <a:defRPr sz="36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73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6" y="167959"/>
            <a:ext cx="1973799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01720" y="362743"/>
            <a:ext cx="3098155" cy="1790381"/>
          </a:xfrm>
        </p:spPr>
        <p:txBody>
          <a:bodyPr anchor="t"/>
          <a:lstStyle>
            <a:lvl1pPr marL="0" indent="0">
              <a:buNone/>
              <a:defRPr sz="1176"/>
            </a:lvl1pPr>
            <a:lvl2pPr marL="167974" indent="0">
              <a:buNone/>
              <a:defRPr sz="1029"/>
            </a:lvl2pPr>
            <a:lvl3pPr marL="335947" indent="0">
              <a:buNone/>
              <a:defRPr sz="882"/>
            </a:lvl3pPr>
            <a:lvl4pPr marL="503921" indent="0">
              <a:buNone/>
              <a:defRPr sz="735"/>
            </a:lvl4pPr>
            <a:lvl5pPr marL="671893" indent="0">
              <a:buNone/>
              <a:defRPr sz="735"/>
            </a:lvl5pPr>
            <a:lvl6pPr marL="839867" indent="0">
              <a:buNone/>
              <a:defRPr sz="735"/>
            </a:lvl6pPr>
            <a:lvl7pPr marL="1007842" indent="0">
              <a:buNone/>
              <a:defRPr sz="735"/>
            </a:lvl7pPr>
            <a:lvl8pPr marL="1175814" indent="0">
              <a:buNone/>
              <a:defRPr sz="735"/>
            </a:lvl8pPr>
            <a:lvl9pPr marL="1343788" indent="0">
              <a:buNone/>
              <a:defRPr sz="73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6" y="755810"/>
            <a:ext cx="1973799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4" indent="0">
              <a:buNone/>
              <a:defRPr sz="514"/>
            </a:lvl2pPr>
            <a:lvl3pPr marL="335947" indent="0">
              <a:buNone/>
              <a:defRPr sz="441"/>
            </a:lvl3pPr>
            <a:lvl4pPr marL="503921" indent="0">
              <a:buNone/>
              <a:defRPr sz="367"/>
            </a:lvl4pPr>
            <a:lvl5pPr marL="671893" indent="0">
              <a:buNone/>
              <a:defRPr sz="367"/>
            </a:lvl5pPr>
            <a:lvl6pPr marL="839867" indent="0">
              <a:buNone/>
              <a:defRPr sz="367"/>
            </a:lvl6pPr>
            <a:lvl7pPr marL="1007842" indent="0">
              <a:buNone/>
              <a:defRPr sz="367"/>
            </a:lvl7pPr>
            <a:lvl8pPr marL="1175814" indent="0">
              <a:buNone/>
              <a:defRPr sz="367"/>
            </a:lvl8pPr>
            <a:lvl9pPr marL="1343788" indent="0">
              <a:buNone/>
              <a:defRPr sz="36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491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2596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79493" y="134133"/>
            <a:ext cx="1319585" cy="21350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0737" y="134133"/>
            <a:ext cx="3882256" cy="21350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714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0739" y="134133"/>
            <a:ext cx="5278339" cy="486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739" y="670665"/>
            <a:ext cx="5278339" cy="159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0737" y="2335077"/>
            <a:ext cx="1376958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27190" y="2335077"/>
            <a:ext cx="2065437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22118" y="2335077"/>
            <a:ext cx="1376958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41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35947" rtl="0" eaLnBrk="1" latinLnBrk="1" hangingPunct="1">
        <a:lnSpc>
          <a:spcPct val="90000"/>
        </a:lnSpc>
        <a:spcBef>
          <a:spcPct val="0"/>
        </a:spcBef>
        <a:buNone/>
        <a:defRPr sz="16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987" indent="-83987" algn="l" defTabSz="335947" rtl="0" eaLnBrk="1" latinLnBrk="1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029" kern="1200">
          <a:solidFill>
            <a:schemeClr val="tx1"/>
          </a:solidFill>
          <a:latin typeface="+mn-lt"/>
          <a:ea typeface="+mn-ea"/>
          <a:cs typeface="+mn-cs"/>
        </a:defRPr>
      </a:lvl1pPr>
      <a:lvl2pPr marL="251960" indent="-83987" algn="l" defTabSz="335947" rtl="0" eaLnBrk="1" latinLnBrk="1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882" kern="1200">
          <a:solidFill>
            <a:schemeClr val="tx1"/>
          </a:solidFill>
          <a:latin typeface="+mn-lt"/>
          <a:ea typeface="+mn-ea"/>
          <a:cs typeface="+mn-cs"/>
        </a:defRPr>
      </a:lvl2pPr>
      <a:lvl3pPr marL="419934" indent="-83987" algn="l" defTabSz="335947" rtl="0" eaLnBrk="1" latinLnBrk="1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3pPr>
      <a:lvl4pPr marL="587907" indent="-83987" algn="l" defTabSz="335947" rtl="0" eaLnBrk="1" latinLnBrk="1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755881" indent="-83987" algn="l" defTabSz="335947" rtl="0" eaLnBrk="1" latinLnBrk="1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923854" indent="-83987" algn="l" defTabSz="335947" rtl="0" eaLnBrk="1" latinLnBrk="1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91827" indent="-83987" algn="l" defTabSz="335947" rtl="0" eaLnBrk="1" latinLnBrk="1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259802" indent="-83987" algn="l" defTabSz="335947" rtl="0" eaLnBrk="1" latinLnBrk="1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427775" indent="-83987" algn="l" defTabSz="335947" rtl="0" eaLnBrk="1" latinLnBrk="1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47" rtl="0" eaLnBrk="1" latinLnBrk="1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1pPr>
      <a:lvl2pPr marL="167974" algn="l" defTabSz="335947" rtl="0" eaLnBrk="1" latinLnBrk="1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2pPr>
      <a:lvl3pPr marL="335947" algn="l" defTabSz="335947" rtl="0" eaLnBrk="1" latinLnBrk="1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3pPr>
      <a:lvl4pPr marL="503921" algn="l" defTabSz="335947" rtl="0" eaLnBrk="1" latinLnBrk="1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671893" algn="l" defTabSz="335947" rtl="0" eaLnBrk="1" latinLnBrk="1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839867" algn="l" defTabSz="335947" rtl="0" eaLnBrk="1" latinLnBrk="1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07842" algn="l" defTabSz="335947" rtl="0" eaLnBrk="1" latinLnBrk="1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175814" algn="l" defTabSz="335947" rtl="0" eaLnBrk="1" latinLnBrk="1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343788" algn="l" defTabSz="335947" rtl="0" eaLnBrk="1" latinLnBrk="1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>
            <a:extLst>
              <a:ext uri="{FF2B5EF4-FFF2-40B4-BE49-F238E27FC236}">
                <a16:creationId xmlns:a16="http://schemas.microsoft.com/office/drawing/2014/main" id="{F6258AF5-3347-B0B2-0CA8-82A29E110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8" y="13935"/>
            <a:ext cx="1581085" cy="110916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CED9980-F7A1-D35F-FD8A-F39294253ED5}"/>
              </a:ext>
            </a:extLst>
          </p:cNvPr>
          <p:cNvSpPr txBox="1"/>
          <p:nvPr/>
        </p:nvSpPr>
        <p:spPr>
          <a:xfrm>
            <a:off x="855735" y="1102736"/>
            <a:ext cx="146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(a) </a:t>
            </a:r>
            <a:r>
              <a:rPr lang="en-US" altLang="ko-KR" sz="8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FreeSolv</a:t>
            </a:r>
            <a:endParaRPr lang="ko-KR" altLang="en-US" sz="800" dirty="0">
              <a:latin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AC86FA-DFF8-F9FF-35A1-2FDB110C4B35}"/>
              </a:ext>
            </a:extLst>
          </p:cNvPr>
          <p:cNvSpPr txBox="1"/>
          <p:nvPr/>
        </p:nvSpPr>
        <p:spPr>
          <a:xfrm>
            <a:off x="855735" y="2348370"/>
            <a:ext cx="146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(c) Vapor Pressure</a:t>
            </a:r>
            <a:endParaRPr lang="ko-KR" altLang="en-US" sz="800" dirty="0">
              <a:latin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0F6565-233D-9F07-72E8-9C300B441801}"/>
              </a:ext>
            </a:extLst>
          </p:cNvPr>
          <p:cNvSpPr txBox="1"/>
          <p:nvPr/>
        </p:nvSpPr>
        <p:spPr>
          <a:xfrm>
            <a:off x="3954787" y="1100871"/>
            <a:ext cx="146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(b) ESOL</a:t>
            </a:r>
            <a:endParaRPr lang="ko-KR" altLang="en-US" sz="800" dirty="0">
              <a:latin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ED561A-B4B3-B4AA-F7B3-9D5B213CAD12}"/>
              </a:ext>
            </a:extLst>
          </p:cNvPr>
          <p:cNvSpPr txBox="1"/>
          <p:nvPr/>
        </p:nvSpPr>
        <p:spPr>
          <a:xfrm>
            <a:off x="3954787" y="2348370"/>
            <a:ext cx="146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(d) Solubility</a:t>
            </a:r>
            <a:endParaRPr lang="ko-KR" altLang="en-US" sz="800" dirty="0">
              <a:latin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6284A629-1EBA-D6AA-C348-E767349992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233" y="13934"/>
            <a:ext cx="1581084" cy="1109160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65F02A60-29F3-D60F-654F-D110A3C396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011" y="23422"/>
            <a:ext cx="1567541" cy="109823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CA00E2C-E513-FFD0-9F77-078D5B4AAA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282" y="13934"/>
            <a:ext cx="1581085" cy="1107718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AE8A0B81-ACB7-C59F-8B37-CC92F9ED8F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1" y="1258786"/>
            <a:ext cx="1570107" cy="1109159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F4B28562-6AC2-1AAE-C670-972C598497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721" y="1258787"/>
            <a:ext cx="1570107" cy="1109158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D0E68329-07CE-1536-E514-38732B444C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039" y="1254965"/>
            <a:ext cx="1559483" cy="1094007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EFA762F7-482D-64D7-2B54-FAFC32643BC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884" y="1254965"/>
            <a:ext cx="1559483" cy="1101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793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</TotalTime>
  <Words>17</Words>
  <Application>Microsoft Office PowerPoint</Application>
  <PresentationFormat>사용자 지정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Sans Serif Collection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linden5j@naver.com</dc:creator>
  <cp:lastModifiedBy>linden5j@naver.com</cp:lastModifiedBy>
  <cp:revision>4</cp:revision>
  <dcterms:created xsi:type="dcterms:W3CDTF">2025-11-25T11:26:27Z</dcterms:created>
  <dcterms:modified xsi:type="dcterms:W3CDTF">2025-11-25T12:07:58Z</dcterms:modified>
</cp:coreProperties>
</file>