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</p:sldMasterIdLst>
  <p:sldIdLst>
    <p:sldId id="257" r:id="rId2"/>
    <p:sldId id="259" r:id="rId3"/>
  </p:sldIdLst>
  <p:sldSz cx="6119813" cy="4679950"/>
  <p:notesSz cx="6858000" cy="9144000"/>
  <p:embeddedFontLst>
    <p:embeddedFont>
      <p:font typeface="Sans Serif Collection" panose="020B0502040504020204" pitchFamily="34" charset="0"/>
      <p:regular r:id="rId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33" autoAdjust="0"/>
    <p:restoredTop sz="94660"/>
  </p:normalViewPr>
  <p:slideViewPr>
    <p:cSldViewPr snapToGrid="0">
      <p:cViewPr varScale="1">
        <p:scale>
          <a:sx n="219" d="100"/>
          <a:sy n="219" d="100"/>
        </p:scale>
        <p:origin x="250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8986" y="765909"/>
            <a:ext cx="5201841" cy="1629316"/>
          </a:xfrm>
        </p:spPr>
        <p:txBody>
          <a:bodyPr anchor="b"/>
          <a:lstStyle>
            <a:lvl1pPr algn="ctr">
              <a:defRPr sz="4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4977" y="2458058"/>
            <a:ext cx="4589860" cy="1129904"/>
          </a:xfrm>
        </p:spPr>
        <p:txBody>
          <a:bodyPr/>
          <a:lstStyle>
            <a:lvl1pPr marL="0" indent="0" algn="ctr">
              <a:buNone/>
              <a:defRPr sz="1606"/>
            </a:lvl1pPr>
            <a:lvl2pPr marL="306004" indent="0" algn="ctr">
              <a:buNone/>
              <a:defRPr sz="1339"/>
            </a:lvl2pPr>
            <a:lvl3pPr marL="612008" indent="0" algn="ctr">
              <a:buNone/>
              <a:defRPr sz="1205"/>
            </a:lvl3pPr>
            <a:lvl4pPr marL="918012" indent="0" algn="ctr">
              <a:buNone/>
              <a:defRPr sz="1071"/>
            </a:lvl4pPr>
            <a:lvl5pPr marL="1224016" indent="0" algn="ctr">
              <a:buNone/>
              <a:defRPr sz="1071"/>
            </a:lvl5pPr>
            <a:lvl6pPr marL="1530020" indent="0" algn="ctr">
              <a:buNone/>
              <a:defRPr sz="1071"/>
            </a:lvl6pPr>
            <a:lvl7pPr marL="1836024" indent="0" algn="ctr">
              <a:buNone/>
              <a:defRPr sz="1071"/>
            </a:lvl7pPr>
            <a:lvl8pPr marL="2142028" indent="0" algn="ctr">
              <a:buNone/>
              <a:defRPr sz="1071"/>
            </a:lvl8pPr>
            <a:lvl9pPr marL="2448032" indent="0" algn="ctr">
              <a:buNone/>
              <a:defRPr sz="10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2455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466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50" y="1166739"/>
            <a:ext cx="5278339" cy="1946729"/>
          </a:xfrm>
        </p:spPr>
        <p:txBody>
          <a:bodyPr anchor="b"/>
          <a:lstStyle>
            <a:lvl1pPr>
              <a:defRPr sz="4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7550" y="3131884"/>
            <a:ext cx="5278339" cy="1023739"/>
          </a:xfrm>
        </p:spPr>
        <p:txBody>
          <a:bodyPr/>
          <a:lstStyle>
            <a:lvl1pPr marL="0" indent="0">
              <a:buNone/>
              <a:defRPr sz="1606">
                <a:solidFill>
                  <a:schemeClr val="tx1"/>
                </a:solidFill>
              </a:defRPr>
            </a:lvl1pPr>
            <a:lvl2pPr marL="306004" indent="0">
              <a:buNone/>
              <a:defRPr sz="1339">
                <a:solidFill>
                  <a:schemeClr val="tx1">
                    <a:tint val="75000"/>
                  </a:schemeClr>
                </a:solidFill>
              </a:defRPr>
            </a:lvl2pPr>
            <a:lvl3pPr marL="612008" indent="0">
              <a:buNone/>
              <a:defRPr sz="1205">
                <a:solidFill>
                  <a:schemeClr val="tx1">
                    <a:tint val="75000"/>
                  </a:schemeClr>
                </a:solidFill>
              </a:defRPr>
            </a:lvl3pPr>
            <a:lvl4pPr marL="918012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4pPr>
            <a:lvl5pPr marL="1224016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5pPr>
            <a:lvl6pPr marL="1530020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6pPr>
            <a:lvl7pPr marL="1836024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7pPr>
            <a:lvl8pPr marL="2142028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8pPr>
            <a:lvl9pPr marL="2448032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8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0737" y="1245820"/>
            <a:ext cx="2600921" cy="296938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155" y="1245820"/>
            <a:ext cx="2600921" cy="296938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5188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534" y="249165"/>
            <a:ext cx="5278339" cy="90457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1535" y="1147238"/>
            <a:ext cx="2588967" cy="562244"/>
          </a:xfrm>
        </p:spPr>
        <p:txBody>
          <a:bodyPr anchor="b"/>
          <a:lstStyle>
            <a:lvl1pPr marL="0" indent="0">
              <a:buNone/>
              <a:defRPr sz="1606" b="1"/>
            </a:lvl1pPr>
            <a:lvl2pPr marL="306004" indent="0">
              <a:buNone/>
              <a:defRPr sz="1339" b="1"/>
            </a:lvl2pPr>
            <a:lvl3pPr marL="612008" indent="0">
              <a:buNone/>
              <a:defRPr sz="1205" b="1"/>
            </a:lvl3pPr>
            <a:lvl4pPr marL="918012" indent="0">
              <a:buNone/>
              <a:defRPr sz="1071" b="1"/>
            </a:lvl4pPr>
            <a:lvl5pPr marL="1224016" indent="0">
              <a:buNone/>
              <a:defRPr sz="1071" b="1"/>
            </a:lvl5pPr>
            <a:lvl6pPr marL="1530020" indent="0">
              <a:buNone/>
              <a:defRPr sz="1071" b="1"/>
            </a:lvl6pPr>
            <a:lvl7pPr marL="1836024" indent="0">
              <a:buNone/>
              <a:defRPr sz="1071" b="1"/>
            </a:lvl7pPr>
            <a:lvl8pPr marL="2142028" indent="0">
              <a:buNone/>
              <a:defRPr sz="1071" b="1"/>
            </a:lvl8pPr>
            <a:lvl9pPr marL="2448032" indent="0">
              <a:buNone/>
              <a:defRPr sz="10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1535" y="1709482"/>
            <a:ext cx="2588967" cy="251439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8155" y="1147238"/>
            <a:ext cx="2601718" cy="562244"/>
          </a:xfrm>
        </p:spPr>
        <p:txBody>
          <a:bodyPr anchor="b"/>
          <a:lstStyle>
            <a:lvl1pPr marL="0" indent="0">
              <a:buNone/>
              <a:defRPr sz="1606" b="1"/>
            </a:lvl1pPr>
            <a:lvl2pPr marL="306004" indent="0">
              <a:buNone/>
              <a:defRPr sz="1339" b="1"/>
            </a:lvl2pPr>
            <a:lvl3pPr marL="612008" indent="0">
              <a:buNone/>
              <a:defRPr sz="1205" b="1"/>
            </a:lvl3pPr>
            <a:lvl4pPr marL="918012" indent="0">
              <a:buNone/>
              <a:defRPr sz="1071" b="1"/>
            </a:lvl4pPr>
            <a:lvl5pPr marL="1224016" indent="0">
              <a:buNone/>
              <a:defRPr sz="1071" b="1"/>
            </a:lvl5pPr>
            <a:lvl6pPr marL="1530020" indent="0">
              <a:buNone/>
              <a:defRPr sz="1071" b="1"/>
            </a:lvl6pPr>
            <a:lvl7pPr marL="1836024" indent="0">
              <a:buNone/>
              <a:defRPr sz="1071" b="1"/>
            </a:lvl7pPr>
            <a:lvl8pPr marL="2142028" indent="0">
              <a:buNone/>
              <a:defRPr sz="1071" b="1"/>
            </a:lvl8pPr>
            <a:lvl9pPr marL="2448032" indent="0">
              <a:buNone/>
              <a:defRPr sz="10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8155" y="1709482"/>
            <a:ext cx="2601718" cy="251439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55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4911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835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534" y="311997"/>
            <a:ext cx="1973799" cy="1091988"/>
          </a:xfrm>
        </p:spPr>
        <p:txBody>
          <a:bodyPr anchor="b"/>
          <a:lstStyle>
            <a:lvl1pPr>
              <a:defRPr sz="21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01718" y="673827"/>
            <a:ext cx="3098155" cy="3325798"/>
          </a:xfrm>
        </p:spPr>
        <p:txBody>
          <a:bodyPr/>
          <a:lstStyle>
            <a:lvl1pPr>
              <a:defRPr sz="2142"/>
            </a:lvl1pPr>
            <a:lvl2pPr>
              <a:defRPr sz="1874"/>
            </a:lvl2pPr>
            <a:lvl3pPr>
              <a:defRPr sz="1606"/>
            </a:lvl3pPr>
            <a:lvl4pPr>
              <a:defRPr sz="1339"/>
            </a:lvl4pPr>
            <a:lvl5pPr>
              <a:defRPr sz="1339"/>
            </a:lvl5pPr>
            <a:lvl6pPr>
              <a:defRPr sz="1339"/>
            </a:lvl6pPr>
            <a:lvl7pPr>
              <a:defRPr sz="1339"/>
            </a:lvl7pPr>
            <a:lvl8pPr>
              <a:defRPr sz="1339"/>
            </a:lvl8pPr>
            <a:lvl9pPr>
              <a:defRPr sz="1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1534" y="1403985"/>
            <a:ext cx="1973799" cy="2601056"/>
          </a:xfrm>
        </p:spPr>
        <p:txBody>
          <a:bodyPr/>
          <a:lstStyle>
            <a:lvl1pPr marL="0" indent="0">
              <a:buNone/>
              <a:defRPr sz="1071"/>
            </a:lvl1pPr>
            <a:lvl2pPr marL="306004" indent="0">
              <a:buNone/>
              <a:defRPr sz="937"/>
            </a:lvl2pPr>
            <a:lvl3pPr marL="612008" indent="0">
              <a:buNone/>
              <a:defRPr sz="803"/>
            </a:lvl3pPr>
            <a:lvl4pPr marL="918012" indent="0">
              <a:buNone/>
              <a:defRPr sz="669"/>
            </a:lvl4pPr>
            <a:lvl5pPr marL="1224016" indent="0">
              <a:buNone/>
              <a:defRPr sz="669"/>
            </a:lvl5pPr>
            <a:lvl6pPr marL="1530020" indent="0">
              <a:buNone/>
              <a:defRPr sz="669"/>
            </a:lvl6pPr>
            <a:lvl7pPr marL="1836024" indent="0">
              <a:buNone/>
              <a:defRPr sz="669"/>
            </a:lvl7pPr>
            <a:lvl8pPr marL="2142028" indent="0">
              <a:buNone/>
              <a:defRPr sz="669"/>
            </a:lvl8pPr>
            <a:lvl9pPr marL="2448032" indent="0">
              <a:buNone/>
              <a:defRPr sz="6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8359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534" y="311997"/>
            <a:ext cx="1973799" cy="1091988"/>
          </a:xfrm>
        </p:spPr>
        <p:txBody>
          <a:bodyPr anchor="b"/>
          <a:lstStyle>
            <a:lvl1pPr>
              <a:defRPr sz="21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01718" y="673827"/>
            <a:ext cx="3098155" cy="3325798"/>
          </a:xfrm>
        </p:spPr>
        <p:txBody>
          <a:bodyPr anchor="t"/>
          <a:lstStyle>
            <a:lvl1pPr marL="0" indent="0">
              <a:buNone/>
              <a:defRPr sz="2142"/>
            </a:lvl1pPr>
            <a:lvl2pPr marL="306004" indent="0">
              <a:buNone/>
              <a:defRPr sz="1874"/>
            </a:lvl2pPr>
            <a:lvl3pPr marL="612008" indent="0">
              <a:buNone/>
              <a:defRPr sz="1606"/>
            </a:lvl3pPr>
            <a:lvl4pPr marL="918012" indent="0">
              <a:buNone/>
              <a:defRPr sz="1339"/>
            </a:lvl4pPr>
            <a:lvl5pPr marL="1224016" indent="0">
              <a:buNone/>
              <a:defRPr sz="1339"/>
            </a:lvl5pPr>
            <a:lvl6pPr marL="1530020" indent="0">
              <a:buNone/>
              <a:defRPr sz="1339"/>
            </a:lvl6pPr>
            <a:lvl7pPr marL="1836024" indent="0">
              <a:buNone/>
              <a:defRPr sz="1339"/>
            </a:lvl7pPr>
            <a:lvl8pPr marL="2142028" indent="0">
              <a:buNone/>
              <a:defRPr sz="1339"/>
            </a:lvl8pPr>
            <a:lvl9pPr marL="2448032" indent="0">
              <a:buNone/>
              <a:defRPr sz="1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1534" y="1403985"/>
            <a:ext cx="1973799" cy="2601056"/>
          </a:xfrm>
        </p:spPr>
        <p:txBody>
          <a:bodyPr/>
          <a:lstStyle>
            <a:lvl1pPr marL="0" indent="0">
              <a:buNone/>
              <a:defRPr sz="1071"/>
            </a:lvl1pPr>
            <a:lvl2pPr marL="306004" indent="0">
              <a:buNone/>
              <a:defRPr sz="937"/>
            </a:lvl2pPr>
            <a:lvl3pPr marL="612008" indent="0">
              <a:buNone/>
              <a:defRPr sz="803"/>
            </a:lvl3pPr>
            <a:lvl4pPr marL="918012" indent="0">
              <a:buNone/>
              <a:defRPr sz="669"/>
            </a:lvl4pPr>
            <a:lvl5pPr marL="1224016" indent="0">
              <a:buNone/>
              <a:defRPr sz="669"/>
            </a:lvl5pPr>
            <a:lvl6pPr marL="1530020" indent="0">
              <a:buNone/>
              <a:defRPr sz="669"/>
            </a:lvl6pPr>
            <a:lvl7pPr marL="1836024" indent="0">
              <a:buNone/>
              <a:defRPr sz="669"/>
            </a:lvl7pPr>
            <a:lvl8pPr marL="2142028" indent="0">
              <a:buNone/>
              <a:defRPr sz="669"/>
            </a:lvl8pPr>
            <a:lvl9pPr marL="2448032" indent="0">
              <a:buNone/>
              <a:defRPr sz="6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347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629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379491" y="249164"/>
            <a:ext cx="1319585" cy="396604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0738" y="249164"/>
            <a:ext cx="3882256" cy="396604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264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0737" y="249165"/>
            <a:ext cx="5278339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737" y="1245820"/>
            <a:ext cx="5278339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0737" y="4337621"/>
            <a:ext cx="1376958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1CD91-A199-4E48-9401-4E0FA232E7D1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27188" y="4337621"/>
            <a:ext cx="2065437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22118" y="4337621"/>
            <a:ext cx="1376958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D71DD-BEA0-48B3-A83F-26428807FB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1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12008" rtl="0" eaLnBrk="1" latinLnBrk="1" hangingPunct="1">
        <a:lnSpc>
          <a:spcPct val="90000"/>
        </a:lnSpc>
        <a:spcBef>
          <a:spcPct val="0"/>
        </a:spcBef>
        <a:buNone/>
        <a:defRPr sz="29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3002" indent="-153002" algn="l" defTabSz="612008" rtl="0" eaLnBrk="1" latinLnBrk="1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1874" kern="1200">
          <a:solidFill>
            <a:schemeClr val="tx1"/>
          </a:solidFill>
          <a:latin typeface="+mn-lt"/>
          <a:ea typeface="+mn-ea"/>
          <a:cs typeface="+mn-cs"/>
        </a:defRPr>
      </a:lvl1pPr>
      <a:lvl2pPr marL="459006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6" kern="1200">
          <a:solidFill>
            <a:schemeClr val="tx1"/>
          </a:solidFill>
          <a:latin typeface="+mn-lt"/>
          <a:ea typeface="+mn-ea"/>
          <a:cs typeface="+mn-cs"/>
        </a:defRPr>
      </a:lvl2pPr>
      <a:lvl3pPr marL="765010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9" kern="1200">
          <a:solidFill>
            <a:schemeClr val="tx1"/>
          </a:solidFill>
          <a:latin typeface="+mn-lt"/>
          <a:ea typeface="+mn-ea"/>
          <a:cs typeface="+mn-cs"/>
        </a:defRPr>
      </a:lvl3pPr>
      <a:lvl4pPr marL="1071014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4pPr>
      <a:lvl5pPr marL="1377018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5pPr>
      <a:lvl6pPr marL="1683022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6pPr>
      <a:lvl7pPr marL="1989026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7pPr>
      <a:lvl8pPr marL="2295030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8pPr>
      <a:lvl9pPr marL="2601034" indent="-153002" algn="l" defTabSz="612008" rtl="0" eaLnBrk="1" latinLnBrk="1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1pPr>
      <a:lvl2pPr marL="306004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2pPr>
      <a:lvl3pPr marL="612008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3pPr>
      <a:lvl4pPr marL="918012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4pPr>
      <a:lvl5pPr marL="1224016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5pPr>
      <a:lvl6pPr marL="1530020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6pPr>
      <a:lvl7pPr marL="1836024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7pPr>
      <a:lvl8pPr marL="2142028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8pPr>
      <a:lvl9pPr marL="2448032" algn="l" defTabSz="612008" rtl="0" eaLnBrk="1" latinLnBrk="1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C384-F592-F912-97C2-68D6C964B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1C98F0D-5FFE-F5E6-3460-334ADE026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857" y="2408260"/>
            <a:ext cx="2903884" cy="203448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032E556-1D7C-5C0E-5B39-5F5CE7FDAD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66" y="2411335"/>
            <a:ext cx="2903883" cy="203447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55BC020-11C7-1C76-E84B-2BEBA43962A6}"/>
              </a:ext>
            </a:extLst>
          </p:cNvPr>
          <p:cNvSpPr txBox="1"/>
          <p:nvPr/>
        </p:nvSpPr>
        <p:spPr>
          <a:xfrm>
            <a:off x="718310" y="2106555"/>
            <a:ext cx="19174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(a) </a:t>
            </a:r>
            <a:r>
              <a:rPr lang="en-US" altLang="ko-KR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FreeSolv</a:t>
            </a:r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Concatenation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CD45D9C4-EAA1-D1ED-F104-31695EAC53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6633" y="25957"/>
            <a:ext cx="2900108" cy="203448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C6EBD6-C060-AA88-2F63-E34BBD69CD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" y="25957"/>
            <a:ext cx="2900107" cy="20344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B73895-EB10-E9D8-8109-E4A0C75A6365}"/>
              </a:ext>
            </a:extLst>
          </p:cNvPr>
          <p:cNvSpPr txBox="1"/>
          <p:nvPr/>
        </p:nvSpPr>
        <p:spPr>
          <a:xfrm>
            <a:off x="718310" y="4463061"/>
            <a:ext cx="19174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(c) ESOL, Concatenation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CFD373-07A0-03DD-00E7-4053BCDFE04C}"/>
              </a:ext>
            </a:extLst>
          </p:cNvPr>
          <p:cNvSpPr txBox="1"/>
          <p:nvPr/>
        </p:nvSpPr>
        <p:spPr>
          <a:xfrm>
            <a:off x="3954996" y="4463061"/>
            <a:ext cx="19174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(d) ESOL, Kronecker-product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9D27C0-B075-792A-C5E7-E5EC5C0536A4}"/>
              </a:ext>
            </a:extLst>
          </p:cNvPr>
          <p:cNvSpPr txBox="1"/>
          <p:nvPr/>
        </p:nvSpPr>
        <p:spPr>
          <a:xfrm>
            <a:off x="3850491" y="2106555"/>
            <a:ext cx="21003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(b) </a:t>
            </a:r>
            <a:r>
              <a:rPr lang="en-US" altLang="ko-KR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FreeSolv</a:t>
            </a:r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Kronecker-product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4871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9D5AF-89A7-AAFE-530E-8A2BF875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61085C87-840C-0BC4-F605-E52B60A5DE81}"/>
              </a:ext>
            </a:extLst>
          </p:cNvPr>
          <p:cNvSpPr txBox="1"/>
          <p:nvPr/>
        </p:nvSpPr>
        <p:spPr>
          <a:xfrm>
            <a:off x="390283" y="2106555"/>
            <a:ext cx="23964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(a) Vapor pressure, Concatenation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96FB0A-8614-E7C9-8B20-05ACFED4FB48}"/>
              </a:ext>
            </a:extLst>
          </p:cNvPr>
          <p:cNvSpPr txBox="1"/>
          <p:nvPr/>
        </p:nvSpPr>
        <p:spPr>
          <a:xfrm>
            <a:off x="718310" y="4463061"/>
            <a:ext cx="19174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(c) Solubility, Concatenation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FB1E7B-473D-C9CC-4954-B787FFF53C44}"/>
              </a:ext>
            </a:extLst>
          </p:cNvPr>
          <p:cNvSpPr txBox="1"/>
          <p:nvPr/>
        </p:nvSpPr>
        <p:spPr>
          <a:xfrm>
            <a:off x="3709853" y="4463061"/>
            <a:ext cx="21771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(d) Solubility, Kronecker-product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03F4D4-022E-909C-129D-04F6E00692CF}"/>
              </a:ext>
            </a:extLst>
          </p:cNvPr>
          <p:cNvSpPr txBox="1"/>
          <p:nvPr/>
        </p:nvSpPr>
        <p:spPr>
          <a:xfrm>
            <a:off x="3434080" y="2106555"/>
            <a:ext cx="25254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(b) Vapor pressure, Kronecker-product</a:t>
            </a:r>
            <a:endParaRPr lang="ko-KR" altLang="en-US" sz="1000" dirty="0">
              <a:latin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7153B7-E3BD-DC50-D6F5-826F088AF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66" y="25957"/>
            <a:ext cx="2900108" cy="20487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A24DBE4-6A4F-5530-C099-F3D578518F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177" y="25957"/>
            <a:ext cx="2900108" cy="20487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9CAA84-F7FF-1B0D-99F4-84A132A75C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8" y="2408260"/>
            <a:ext cx="2900109" cy="20344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C5A2346-FA9C-F922-5666-88940C23E1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6638" y="2394038"/>
            <a:ext cx="2900109" cy="2048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082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88</TotalTime>
  <Words>50</Words>
  <Application>Microsoft Office PowerPoint</Application>
  <PresentationFormat>사용자 지정</PresentationFormat>
  <Paragraphs>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Calibri Light</vt:lpstr>
      <vt:lpstr>Sans Serif Collection</vt:lpstr>
      <vt:lpstr>Arial</vt:lpstr>
      <vt:lpstr>Calibri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linden5j@naver.com</dc:creator>
  <cp:lastModifiedBy>linden5j@naver.com</cp:lastModifiedBy>
  <cp:revision>11</cp:revision>
  <dcterms:created xsi:type="dcterms:W3CDTF">2025-11-25T11:26:27Z</dcterms:created>
  <dcterms:modified xsi:type="dcterms:W3CDTF">2025-11-29T09:12:02Z</dcterms:modified>
</cp:coreProperties>
</file>