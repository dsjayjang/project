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0" r:id="rId1"/>
  </p:sldMasterIdLst>
  <p:sldIdLst>
    <p:sldId id="257" r:id="rId2"/>
  </p:sldIdLst>
  <p:sldSz cx="6119813" cy="9359900"/>
  <p:notesSz cx="6858000" cy="9144000"/>
  <p:embeddedFontLst>
    <p:embeddedFont>
      <p:font typeface="Sans Serif Collection" panose="020B0502040504020204" pitchFamily="34" charset="0"/>
      <p:regular r:id="rId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3" autoAdjust="0"/>
    <p:restoredTop sz="94660"/>
  </p:normalViewPr>
  <p:slideViewPr>
    <p:cSldViewPr snapToGrid="0">
      <p:cViewPr>
        <p:scale>
          <a:sx n="200" d="100"/>
          <a:sy n="200" d="100"/>
        </p:scale>
        <p:origin x="2868" y="-25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1531818"/>
            <a:ext cx="5201841" cy="3258632"/>
          </a:xfrm>
        </p:spPr>
        <p:txBody>
          <a:bodyPr anchor="b"/>
          <a:lstStyle>
            <a:lvl1pPr algn="ctr">
              <a:defRPr sz="4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4916115"/>
            <a:ext cx="4589860" cy="2259809"/>
          </a:xfrm>
        </p:spPr>
        <p:txBody>
          <a:bodyPr/>
          <a:lstStyle>
            <a:lvl1pPr marL="0" indent="0" algn="ctr">
              <a:buNone/>
              <a:defRPr sz="1606"/>
            </a:lvl1pPr>
            <a:lvl2pPr marL="306004" indent="0" algn="ctr">
              <a:buNone/>
              <a:defRPr sz="1339"/>
            </a:lvl2pPr>
            <a:lvl3pPr marL="612008" indent="0" algn="ctr">
              <a:buNone/>
              <a:defRPr sz="1205"/>
            </a:lvl3pPr>
            <a:lvl4pPr marL="918012" indent="0" algn="ctr">
              <a:buNone/>
              <a:defRPr sz="1071"/>
            </a:lvl4pPr>
            <a:lvl5pPr marL="1224016" indent="0" algn="ctr">
              <a:buNone/>
              <a:defRPr sz="1071"/>
            </a:lvl5pPr>
            <a:lvl6pPr marL="1530020" indent="0" algn="ctr">
              <a:buNone/>
              <a:defRPr sz="1071"/>
            </a:lvl6pPr>
            <a:lvl7pPr marL="1836024" indent="0" algn="ctr">
              <a:buNone/>
              <a:defRPr sz="1071"/>
            </a:lvl7pPr>
            <a:lvl8pPr marL="2142028" indent="0" algn="ctr">
              <a:buNone/>
              <a:defRPr sz="1071"/>
            </a:lvl8pPr>
            <a:lvl9pPr marL="2448032" indent="0" algn="ctr">
              <a:buNone/>
              <a:defRPr sz="107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48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81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333478"/>
            <a:ext cx="5278339" cy="3893458"/>
          </a:xfrm>
        </p:spPr>
        <p:txBody>
          <a:bodyPr anchor="b"/>
          <a:lstStyle>
            <a:lvl1pPr>
              <a:defRPr sz="401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6263769"/>
            <a:ext cx="5278339" cy="2047477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/>
                </a:solidFill>
              </a:defRPr>
            </a:lvl1pPr>
            <a:lvl2pPr marL="306004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2pPr>
            <a:lvl3pPr marL="612008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801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401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3002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6024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202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803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1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491640"/>
            <a:ext cx="2600921" cy="59387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491640"/>
            <a:ext cx="2600921" cy="59387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69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498330"/>
            <a:ext cx="5278339" cy="180914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2294476"/>
            <a:ext cx="2588967" cy="1124487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3418964"/>
            <a:ext cx="2588967" cy="50287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294476"/>
            <a:ext cx="2601718" cy="1124487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418964"/>
            <a:ext cx="2601718" cy="50287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6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4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77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623993"/>
            <a:ext cx="1973799" cy="2183977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347654"/>
            <a:ext cx="3098155" cy="6651596"/>
          </a:xfrm>
        </p:spPr>
        <p:txBody>
          <a:bodyPr/>
          <a:lstStyle>
            <a:lvl1pPr>
              <a:defRPr sz="2142"/>
            </a:lvl1pPr>
            <a:lvl2pPr>
              <a:defRPr sz="1874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2807970"/>
            <a:ext cx="1973799" cy="5202112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93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623993"/>
            <a:ext cx="1973799" cy="2183977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347654"/>
            <a:ext cx="3098155" cy="6651596"/>
          </a:xfrm>
        </p:spPr>
        <p:txBody>
          <a:bodyPr anchor="t"/>
          <a:lstStyle>
            <a:lvl1pPr marL="0" indent="0">
              <a:buNone/>
              <a:defRPr sz="2142"/>
            </a:lvl1pPr>
            <a:lvl2pPr marL="306004" indent="0">
              <a:buNone/>
              <a:defRPr sz="1874"/>
            </a:lvl2pPr>
            <a:lvl3pPr marL="612008" indent="0">
              <a:buNone/>
              <a:defRPr sz="1606"/>
            </a:lvl3pPr>
            <a:lvl4pPr marL="918012" indent="0">
              <a:buNone/>
              <a:defRPr sz="1339"/>
            </a:lvl4pPr>
            <a:lvl5pPr marL="1224016" indent="0">
              <a:buNone/>
              <a:defRPr sz="1339"/>
            </a:lvl5pPr>
            <a:lvl6pPr marL="1530020" indent="0">
              <a:buNone/>
              <a:defRPr sz="1339"/>
            </a:lvl6pPr>
            <a:lvl7pPr marL="1836024" indent="0">
              <a:buNone/>
              <a:defRPr sz="1339"/>
            </a:lvl7pPr>
            <a:lvl8pPr marL="2142028" indent="0">
              <a:buNone/>
              <a:defRPr sz="1339"/>
            </a:lvl8pPr>
            <a:lvl9pPr marL="2448032" indent="0">
              <a:buNone/>
              <a:defRPr sz="133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2807970"/>
            <a:ext cx="1973799" cy="5202112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46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15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498328"/>
            <a:ext cx="1319585" cy="793208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498328"/>
            <a:ext cx="3882256" cy="793208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842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498330"/>
            <a:ext cx="5278339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491640"/>
            <a:ext cx="5278339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8675243"/>
            <a:ext cx="137695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1CD91-A199-4E48-9401-4E0FA232E7D1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8675243"/>
            <a:ext cx="2065437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8675243"/>
            <a:ext cx="137695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D71DD-BEA0-48B3-A83F-26428807F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87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12008" rtl="0" eaLnBrk="1" latinLnBrk="1" hangingPunct="1">
        <a:lnSpc>
          <a:spcPct val="90000"/>
        </a:lnSpc>
        <a:spcBef>
          <a:spcPct val="0"/>
        </a:spcBef>
        <a:buNone/>
        <a:defRPr sz="29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002" indent="-153002" algn="l" defTabSz="612008" rtl="0" eaLnBrk="1" latinLnBrk="1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9006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5010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3pPr>
      <a:lvl4pPr marL="1071014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7018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3022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9026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5030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1034" indent="-153002" algn="l" defTabSz="612008" rtl="0" eaLnBrk="1" latinLnBrk="1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008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012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016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020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6024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2028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8032" algn="l" defTabSz="612008" rtl="0" eaLnBrk="1" latinLnBrk="1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C384-F592-F912-97C2-68D6C964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55BC020-11C7-1C76-E84B-2BEBA43962A6}"/>
              </a:ext>
            </a:extLst>
          </p:cNvPr>
          <p:cNvSpPr txBox="1"/>
          <p:nvPr/>
        </p:nvSpPr>
        <p:spPr>
          <a:xfrm>
            <a:off x="2381651" y="2178160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(a) </a:t>
            </a:r>
            <a:r>
              <a:rPr lang="en-US" altLang="ko-KR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FreeSolv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D45D9C4-EAA1-D1ED-F104-31695EAC5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07" y="42554"/>
            <a:ext cx="3036834" cy="21303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C6EBD6-C060-AA88-2F63-E34BBD69C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1" y="42554"/>
            <a:ext cx="3036835" cy="21303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032E556-1D7C-5C0E-5B39-5F5CE7FDA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2" y="2398902"/>
            <a:ext cx="3036835" cy="212762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1C98F0D-5FFE-F5E6-3460-334ADE026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905" y="2398902"/>
            <a:ext cx="3036836" cy="2127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3B32A3-5026-C91C-4506-C78488289913}"/>
              </a:ext>
            </a:extLst>
          </p:cNvPr>
          <p:cNvSpPr txBox="1"/>
          <p:nvPr/>
        </p:nvSpPr>
        <p:spPr>
          <a:xfrm>
            <a:off x="2381651" y="4492657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(b) ESOL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1C33D-FB5F-92B1-1FC9-F82434B87CA9}"/>
              </a:ext>
            </a:extLst>
          </p:cNvPr>
          <p:cNvSpPr txBox="1"/>
          <p:nvPr/>
        </p:nvSpPr>
        <p:spPr>
          <a:xfrm>
            <a:off x="2381651" y="6844178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(c) Vapor Pressure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F1DA0-2FA1-35CB-C3C3-D35740430A13}"/>
              </a:ext>
            </a:extLst>
          </p:cNvPr>
          <p:cNvSpPr txBox="1"/>
          <p:nvPr/>
        </p:nvSpPr>
        <p:spPr>
          <a:xfrm>
            <a:off x="2381651" y="9173915"/>
            <a:ext cx="1356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(d) Solubility</a:t>
            </a:r>
            <a:endParaRPr lang="ko-KR" altLang="en-US" sz="1000" dirty="0">
              <a:latin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D63FEFF-3E85-1E0D-B67D-7EC8DC4341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905" y="4709554"/>
            <a:ext cx="3011836" cy="21276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C5641D-AB91-9595-1ACD-A455065B66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" y="7064920"/>
            <a:ext cx="3036836" cy="21303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9586111-0BBA-172D-80CF-469880E18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983" y="7064918"/>
            <a:ext cx="3015758" cy="21303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D6F26BA-A4F8-C6EA-9A8D-6064FF6CFA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8" y="4709553"/>
            <a:ext cx="3011835" cy="212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7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17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Calibri Light</vt:lpstr>
      <vt:lpstr>Sans Serif Collection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linden5j@naver.com</dc:creator>
  <cp:lastModifiedBy>linden5j@naver.com</cp:lastModifiedBy>
  <cp:revision>9</cp:revision>
  <dcterms:created xsi:type="dcterms:W3CDTF">2025-11-25T11:26:27Z</dcterms:created>
  <dcterms:modified xsi:type="dcterms:W3CDTF">2025-11-25T12:45:19Z</dcterms:modified>
</cp:coreProperties>
</file>